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5" autoAdjust="0"/>
    <p:restoredTop sz="94660"/>
  </p:normalViewPr>
  <p:slideViewPr>
    <p:cSldViewPr snapToGrid="0">
      <p:cViewPr varScale="1">
        <p:scale>
          <a:sx n="85" d="100"/>
          <a:sy n="85" d="100"/>
        </p:scale>
        <p:origin x="96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16C4C-8767-4F2F-A755-B94730351D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5F8AF6-1EC2-48D0-8403-3ABFE53AF6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E225FF-14D9-4315-8E32-4BECFE870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0A793-96FB-4CB7-8554-58135107470F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645393-353C-41C2-AB9A-62FC029EE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FE69C-C74C-492C-B523-EFBBA820A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D853D-3A16-428D-B4F1-CE93DFEDA7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1000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8C6A9-0AE6-4972-B1CE-36CBE6FCE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3D8D4-5BA0-4119-9438-D92974F3EA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7B0659-D81D-46B3-B737-45BBDE99D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0A793-96FB-4CB7-8554-58135107470F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5C769-ECF2-495D-AAB0-76C8378B8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769F8-5BA1-40F3-98E4-320B0A4B9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D853D-3A16-428D-B4F1-CE93DFEDA7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9152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1C9F3-4A8A-48C8-A4F1-DA0DF2EB7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3F6382-EC1B-47C8-BF2F-B8A531D95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96C5EB-8AA8-4E35-A203-7BEFE7217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0A793-96FB-4CB7-8554-58135107470F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230907-1F69-4906-94FB-9E3A3A997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6F8AA0-E09C-49C2-8EE8-15C3F7B2A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D853D-3A16-428D-B4F1-CE93DFEDA7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5639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C1EF2-08DB-42B9-9DBB-0129E9E84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B82C7-9935-44D8-B4A7-ACF5F6A8F5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D5A094-3D64-421D-97BE-E497E79D4E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C5477E-D708-4DFA-AEFB-DED749B47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0A793-96FB-4CB7-8554-58135107470F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BC894D-D089-49DA-89F7-1B387E580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CC434-DB0A-4A8B-908A-2EE37C746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D853D-3A16-428D-B4F1-CE93DFEDA7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1421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CC8B2-63F5-42CC-BEBD-FCA13010E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B8D4A0-4371-465E-81DA-EAA6081BB5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88AFCA-115C-4861-B38B-BF2713BF71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184299-BD9D-439A-871B-8AD62908ED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FDBC30-E0BD-4D87-8D51-ED25B2D04B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1141F4-16DC-41CC-A1EA-007B37E7C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0A793-96FB-4CB7-8554-58135107470F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01652D-E663-41F3-93BF-E77BDDAFA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04D209-411E-49D0-BE23-0F214F351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D853D-3A16-428D-B4F1-CE93DFEDA7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6326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5BBB0-3A75-4F1A-84B7-098C8E973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A073E4-44F2-4EFE-96DF-BE251CA16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0A793-96FB-4CB7-8554-58135107470F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16508C-A62D-458A-AA0F-A2B4D2031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A8BE77-F4AA-4C60-9F6C-40AFB8E4C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D853D-3A16-428D-B4F1-CE93DFEDA7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621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34DE73-4B12-40B8-A08B-EB1E9F98B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0A793-96FB-4CB7-8554-58135107470F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983488-7C57-4F37-B9F6-6117735A4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3E2B97-1889-4AC9-ABA3-9F8E07209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D853D-3A16-428D-B4F1-CE93DFEDA7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076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2EDA7-0CE9-43F7-B291-54942E765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90673-4969-4A02-8473-2FE4556E13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B5733C-89D4-4EE7-8402-EDC82655AE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048BD6-9C47-4544-A9A1-3AE3CEDDA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0A793-96FB-4CB7-8554-58135107470F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AB8CE6-CE3B-4D1D-A363-34D8AFBCA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A157E-21CA-42C5-8AE0-C7FC6E2C5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D853D-3A16-428D-B4F1-CE93DFEDA7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7530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892B5-FA3B-49CC-9A8F-89355516F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328E2A-D8BB-41EB-A3D0-CBE2068CB3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A77F92-38CB-44ED-8B9A-9012BE53FB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AD8BF8-FBA3-456D-A4F8-747284CBE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0A793-96FB-4CB7-8554-58135107470F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7BBCBE-7C7D-407D-80F6-294753EFE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6EB641-147F-4BBA-992F-F53F7FAAD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D853D-3A16-428D-B4F1-CE93DFEDA7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445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A9C96-589F-42A6-BA92-00BC9A085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A8CB15-3E8E-4596-993B-B5DA6D8993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9F5B93-5CD4-4FE4-9247-6B96F592F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0A793-96FB-4CB7-8554-58135107470F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E5AFF6-0AB7-4500-A499-8CEDA202B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9CFCFE-12C3-4442-A565-33038991F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D853D-3A16-428D-B4F1-CE93DFEDA7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3679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425476-3474-44C3-A0E0-5E86E9B52A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560BEF-3641-4D2B-BB40-0C8F0FBBC3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78149D-4506-47DB-B1C4-765D07D9A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0A793-96FB-4CB7-8554-58135107470F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91CB13-2211-435A-A0A1-1994285E7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A3DFB-5419-4A0D-A2A8-14D32EA09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D853D-3A16-428D-B4F1-CE93DFEDA7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550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7151FB-ABAD-43EF-8B4D-C15F1B7DD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1D8800-1932-42D0-87AC-F52A25B42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09905-695B-42DC-9F7F-3DFD733FFF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A0A793-96FB-4CB7-8554-58135107470F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1D7F3A-FAD4-4E47-9622-99A702F0D6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9A9D5-B2CE-4AA4-99E6-8872BA3FE1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5D853D-3A16-428D-B4F1-CE93DFEDA7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64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FD1A4-7C0E-4955-943B-AEBA4B8E7E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6CDB91-3815-4437-81DF-EC385A2F39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64B161-FC8C-4386-8F49-71893D380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53422" cy="5915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041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95883-679F-4E9B-84D0-6972DA5D5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40DCD-9A88-4BD8-87EC-F87DDA839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D8A87C-CB87-47DC-B645-2E49806DD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88" y="0"/>
            <a:ext cx="12042912" cy="6224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754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841F6-3A15-4E9B-B4F8-D928437C5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457BB-027C-4324-BD9A-C358C6B453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514216-2D5B-4D59-9D15-CE862E0A5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066" y="1"/>
            <a:ext cx="11367363" cy="622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171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E5D1C-5C0B-4CA6-B034-4DEEFFDC9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17063-6704-4994-87CE-8ADD95757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85269"/>
            <a:ext cx="10515600" cy="4351338"/>
          </a:xfrm>
        </p:spPr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1F546C-1604-44B3-A0F3-1C27D7498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93" y="0"/>
            <a:ext cx="11612196" cy="6874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853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FF7DA-12D0-44E4-959A-66058E5D9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03A97-45C5-4659-8A72-28222FD35F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064154-61B4-4C24-910D-85A0E2964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988800" cy="6599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601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C8FD1-8C25-412E-908A-C36AFB97E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6837C-ADD2-4E05-A860-44E6940BD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FAFF3E-F4C8-44FD-AC94-1A292582F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09" y="90311"/>
            <a:ext cx="12114933" cy="6581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066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FB6ED-DC13-45A7-95F9-578E7DEDA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3BBB2-1F31-4FFC-9346-FFF3B228C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D8FC2D-99B3-4A20-B9B6-D22201A01B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0786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539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6CBDD-BE2D-4DE2-818E-277FC9A2C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8376E-0084-4682-9BA4-4A167D218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9BAD73-B466-4A7E-AE54-D82A5BCBF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48" y="248356"/>
            <a:ext cx="11891738" cy="6244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3317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08ED4-5833-42DD-AF8F-69E3FC3B0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23B9C-7E74-4747-8CBD-152853BD9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A2979D-756E-483C-9991-C06925BEA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8571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6544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B71D0-FE8F-4754-8E4C-E536499E5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29550-3167-4212-ABAA-38E1A8393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033D34-4B0F-4E42-B309-2FD6B36C5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0" y="0"/>
            <a:ext cx="12185807" cy="677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890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Yash Singhal</dc:creator>
  <cp:lastModifiedBy>Yash Singhal</cp:lastModifiedBy>
  <cp:revision>2</cp:revision>
  <dcterms:created xsi:type="dcterms:W3CDTF">2025-12-23T17:03:51Z</dcterms:created>
  <dcterms:modified xsi:type="dcterms:W3CDTF">2025-12-23T17:05:03Z</dcterms:modified>
</cp:coreProperties>
</file>